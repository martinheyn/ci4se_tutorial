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9" name="Text 3"/>
          <p:cNvSpPr/>
          <p:nvPr/>
        </p:nvSpPr>
        <p:spPr>
          <a:xfrm>
            <a:off x="365760" y="4736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1" name="Text 5"/>
          <p:cNvSpPr/>
          <p:nvPr/>
        </p:nvSpPr>
        <p:spPr>
          <a:xfrm>
            <a:off x="78638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874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200" kern="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number</a:t>
            </a:r>
            <a:endParaRPr lang="en-US" sz="1400" dirty="0"/>
          </a:p>
        </p:txBody>
      </p:sp>
      <p:sp>
        <p:nvSpPr>
          <p:cNvPr id="7" name="Text 1"/>
          <p:cNvSpPr/>
          <p:nvPr/>
        </p:nvSpPr>
        <p:spPr>
          <a:xfrm>
            <a:off x="914400" y="22402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title</a:t>
            </a:r>
            <a:endParaRPr lang="en-US" sz="3400" dirty="0"/>
          </a:p>
        </p:txBody>
      </p:sp>
      <p:sp>
        <p:nvSpPr>
          <p:cNvPr id="8" name="Text 2"/>
          <p:cNvSpPr/>
          <p:nvPr/>
        </p:nvSpPr>
        <p:spPr>
          <a:xfrm>
            <a:off x="365760" y="4736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78638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65760" y="9601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Slide title</a:t>
            </a:r>
            <a:endParaRPr lang="en-US" sz="2600" dirty="0"/>
          </a:p>
        </p:txBody>
      </p:sp>
      <p:sp>
        <p:nvSpPr>
          <p:cNvPr id="7" name="Text 1"/>
          <p:cNvSpPr/>
          <p:nvPr/>
        </p:nvSpPr>
        <p:spPr>
          <a:xfrm>
            <a:off x="365760" y="1691640"/>
            <a:ext cx="8412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content goes here. Use this layout for most slides.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bullet is a key point. Keep lines short and crisp.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Sub-points sit one level in.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figures, causal graphs, or tables alongside the text.</a:t>
            </a: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365760" y="4736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9" name="Text 3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900" dirty="0"/>
          </a:p>
        </p:txBody>
      </p:sp>
      <p:sp>
        <p:nvSpPr>
          <p:cNvPr id="10" name="Text 4"/>
          <p:cNvSpPr/>
          <p:nvPr/>
        </p:nvSpPr>
        <p:spPr>
          <a:xfrm>
            <a:off x="7863840" y="4736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Tutorial authors</cp:lastModifiedBy>
  <cp:revision>1</cp:revision>
  <dcterms:created xsi:type="dcterms:W3CDTF">2026-06-18T12:50:28Z</dcterms:created>
  <dcterms:modified xsi:type="dcterms:W3CDTF">2026-06-18T12:50:28Z</dcterms:modified>
</cp:coreProperties>
</file>