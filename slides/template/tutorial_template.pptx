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"/>
  </p:notesMasterIdLst>
  <p:sldIdLst>
    <p:sldId id="256" r:id="rId2"/>
    <p:sldId id="257" r:id="rId3"/>
    <p:sldId id="261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2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086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BC2646F-FC21-01F5-FFF7-E24E84A58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Platshållare för rubrik 1">
            <a:extLst>
              <a:ext uri="{FF2B5EF4-FFF2-40B4-BE49-F238E27FC236}">
                <a16:creationId xmlns:a16="http://schemas.microsoft.com/office/drawing/2014/main" id="{016BA05B-35C2-AB12-AEC4-0B5AE82CC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0" y="848460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7801BEB2-EFE8-CA19-1392-F614122C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60" y="1483112"/>
            <a:ext cx="8694913" cy="3179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SE" dirty="0"/>
          </a:p>
        </p:txBody>
      </p:sp>
      <p:sp>
        <p:nvSpPr>
          <p:cNvPr id="3" name="Platshållare för bildnummer 3">
            <a:extLst>
              <a:ext uri="{FF2B5EF4-FFF2-40B4-BE49-F238E27FC236}">
                <a16:creationId xmlns:a16="http://schemas.microsoft.com/office/drawing/2014/main" id="{AE0ACF74-82A6-F22F-F543-8D4761B7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75769905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8DFA9CC-0D4C-D2A3-323B-9A386F7C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Platshållare för rubrik 1">
            <a:extLst>
              <a:ext uri="{FF2B5EF4-FFF2-40B4-BE49-F238E27FC236}">
                <a16:creationId xmlns:a16="http://schemas.microsoft.com/office/drawing/2014/main" id="{65B41C35-209F-1C39-6425-D83DBBAD2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0" y="848460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SE" dirty="0"/>
          </a:p>
        </p:txBody>
      </p:sp>
      <p:sp>
        <p:nvSpPr>
          <p:cNvPr id="2" name="Platshållare för bildnummer 3">
            <a:extLst>
              <a:ext uri="{FF2B5EF4-FFF2-40B4-BE49-F238E27FC236}">
                <a16:creationId xmlns:a16="http://schemas.microsoft.com/office/drawing/2014/main" id="{178C76C8-7DA8-3EB4-7968-0F0E3848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90479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76B0E7B-7161-7CA2-0230-2A345F7CE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660" y="1524447"/>
            <a:ext cx="4285339" cy="310787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E6577D3-FE7D-29C8-96EA-738EBBBAC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524448"/>
            <a:ext cx="4333373" cy="310787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  <a:endParaRPr lang="en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4D15008-CA65-0EF0-7862-0188179D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8" name="Platshållare för rubrik 1">
            <a:extLst>
              <a:ext uri="{FF2B5EF4-FFF2-40B4-BE49-F238E27FC236}">
                <a16:creationId xmlns:a16="http://schemas.microsoft.com/office/drawing/2014/main" id="{5533356E-B98E-C815-0AC4-A7E5D9595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0" y="848460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SE" dirty="0"/>
          </a:p>
        </p:txBody>
      </p:sp>
      <p:sp>
        <p:nvSpPr>
          <p:cNvPr id="2" name="Platshållare för bildnummer 3">
            <a:extLst>
              <a:ext uri="{FF2B5EF4-FFF2-40B4-BE49-F238E27FC236}">
                <a16:creationId xmlns:a16="http://schemas.microsoft.com/office/drawing/2014/main" id="{71D68C3C-F026-3686-675F-5E2E1FD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78089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6526CB9-5F04-1B76-49FA-79556E29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2" name="Platshållare för bildnummer 3">
            <a:extLst>
              <a:ext uri="{FF2B5EF4-FFF2-40B4-BE49-F238E27FC236}">
                <a16:creationId xmlns:a16="http://schemas.microsoft.com/office/drawing/2014/main" id="{44F172C3-9839-5757-A5F6-51833DBF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84612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75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848A7E77-8A88-0DD3-9503-B94D1CFE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60" y="848460"/>
            <a:ext cx="8694913" cy="5410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  <a:endParaRPr lang="en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48D5609-41DF-4769-1613-9E919EF1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81553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SE" sz="900" dirty="0"/>
          </a:p>
        </p:txBody>
      </p:sp>
      <p:pic>
        <p:nvPicPr>
          <p:cNvPr id="8" name="Image 0" descr="fraunhofer.png">
            <a:extLst>
              <a:ext uri="{FF2B5EF4-FFF2-40B4-BE49-F238E27FC236}">
                <a16:creationId xmlns:a16="http://schemas.microsoft.com/office/drawing/2014/main" id="{207F2430-F5D4-B12A-88BB-2083BF9EDB5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10" name="Image 1" descr="chalmers.png">
            <a:extLst>
              <a:ext uri="{FF2B5EF4-FFF2-40B4-BE49-F238E27FC236}">
                <a16:creationId xmlns:a16="http://schemas.microsoft.com/office/drawing/2014/main" id="{E74BDE26-B585-CB92-1234-39C4706E699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12" name="Image 2" descr="goteborg.png">
            <a:extLst>
              <a:ext uri="{FF2B5EF4-FFF2-40B4-BE49-F238E27FC236}">
                <a16:creationId xmlns:a16="http://schemas.microsoft.com/office/drawing/2014/main" id="{CB9F34A3-66D5-7251-13A9-2E3A2533033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14" name="Image 3" descr="napoli.png">
            <a:extLst>
              <a:ext uri="{FF2B5EF4-FFF2-40B4-BE49-F238E27FC236}">
                <a16:creationId xmlns:a16="http://schemas.microsoft.com/office/drawing/2014/main" id="{55D7377C-6439-5536-D98D-54E9EA994BB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6AA9388E-EECF-ACC4-D00F-A5C3B4142F28}"/>
              </a:ext>
            </a:extLst>
          </p:cNvPr>
          <p:cNvSpPr/>
          <p:nvPr userDrawn="1"/>
        </p:nvSpPr>
        <p:spPr>
          <a:xfrm>
            <a:off x="365760" y="4736592"/>
            <a:ext cx="20574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2026  ·  Montréal  ·  5–9 July 2026</a:t>
            </a:r>
            <a:endParaRPr lang="en-US" sz="900" dirty="0"/>
          </a:p>
        </p:txBody>
      </p:sp>
      <p:sp>
        <p:nvSpPr>
          <p:cNvPr id="7" name="Platshållare för bildnummer 3">
            <a:extLst>
              <a:ext uri="{FF2B5EF4-FFF2-40B4-BE49-F238E27FC236}">
                <a16:creationId xmlns:a16="http://schemas.microsoft.com/office/drawing/2014/main" id="{766E9B07-F5C6-58A6-B9DE-FF54E3556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C53FA84E-D7EA-43A2-AD8F-825F36F0800C}" type="slidenum">
              <a:rPr lang="en-SE" smtClean="0"/>
              <a:pPr algn="r"/>
              <a:t>‹#›</a:t>
            </a:fld>
            <a:endParaRPr lang="en-SE" sz="900" dirty="0"/>
          </a:p>
        </p:txBody>
      </p:sp>
    </p:spTree>
    <p:extLst>
      <p:ext uri="{BB962C8B-B14F-4D97-AF65-F5344CB8AC3E}">
        <p14:creationId xmlns:p14="http://schemas.microsoft.com/office/powerpoint/2010/main" val="264754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54" r:id="rId3"/>
    <p:sldLayoutId id="2147483651" r:id="rId4"/>
    <p:sldLayoutId id="2147483662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1E3A5F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3" name="Image 1" descr="chalm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4" name="Image 2" descr="gotebo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5" name="Image 3" descr="napol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691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Causal Inference for Software Engineering</a:t>
            </a:r>
            <a:endParaRPr lang="en-US" sz="3200" dirty="0"/>
          </a:p>
        </p:txBody>
      </p:sp>
      <p:sp>
        <p:nvSpPr>
          <p:cNvPr id="7" name="Text 1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90-minute hands-on tutorial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Siebert  ·  Julian Frattini  ·  Hans-Martin Heyn  ·  Roberto Pietrantuono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raunho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88" y="237744"/>
            <a:ext cx="1475065" cy="420624"/>
          </a:xfrm>
          <a:prstGeom prst="rect">
            <a:avLst/>
          </a:prstGeom>
        </p:spPr>
      </p:pic>
      <p:pic>
        <p:nvPicPr>
          <p:cNvPr id="3" name="Image 1" descr="chalm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479" y="237744"/>
            <a:ext cx="1353922" cy="420624"/>
          </a:xfrm>
          <a:prstGeom prst="rect">
            <a:avLst/>
          </a:prstGeom>
        </p:spPr>
      </p:pic>
      <p:pic>
        <p:nvPicPr>
          <p:cNvPr id="4" name="Image 2" descr="gotebo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282" y="195682"/>
            <a:ext cx="1484555" cy="504749"/>
          </a:xfrm>
          <a:prstGeom prst="rect">
            <a:avLst/>
          </a:prstGeom>
        </p:spPr>
      </p:pic>
      <p:pic>
        <p:nvPicPr>
          <p:cNvPr id="5" name="Image 3" descr="napol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887" y="237744"/>
            <a:ext cx="1297585" cy="42062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number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91440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title</a:t>
            </a:r>
            <a:endParaRPr lang="en-US" sz="3400" dirty="0"/>
          </a:p>
        </p:txBody>
      </p:sp>
      <p:sp>
        <p:nvSpPr>
          <p:cNvPr id="9" name="Text 3"/>
          <p:cNvSpPr/>
          <p:nvPr/>
        </p:nvSpPr>
        <p:spPr>
          <a:xfrm>
            <a:off x="320040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900" dirty="0"/>
          </a:p>
        </p:txBody>
      </p:sp>
      <p:sp>
        <p:nvSpPr>
          <p:cNvPr id="11" name="Platshållare för bildnummer 3">
            <a:extLst>
              <a:ext uri="{FF2B5EF4-FFF2-40B4-BE49-F238E27FC236}">
                <a16:creationId xmlns:a16="http://schemas.microsoft.com/office/drawing/2014/main" id="{68F2C0D3-8C44-0F80-B696-C3F5B6BCA0FA}"/>
              </a:ext>
            </a:extLst>
          </p:cNvPr>
          <p:cNvSpPr txBox="1">
            <a:spLocks/>
          </p:cNvSpPr>
          <p:nvPr/>
        </p:nvSpPr>
        <p:spPr>
          <a:xfrm>
            <a:off x="6150142" y="4767262"/>
            <a:ext cx="2831432" cy="274637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53FA84E-D7EA-43A2-AD8F-825F36F0800C}" type="slidenum">
              <a:rPr lang="en-SE" sz="900" smtClean="0">
                <a:solidFill>
                  <a:srgbClr val="1E3A5F"/>
                </a:solidFill>
              </a:rPr>
              <a:pPr algn="r"/>
              <a:t>2</a:t>
            </a:fld>
            <a:endParaRPr lang="en-SE" sz="900" dirty="0">
              <a:solidFill>
                <a:srgbClr val="1E3A5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4DEF97BE-8B67-0521-CBEB-1AFCA1B0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6DA55BB8-9511-69EF-E121-8EEDF2F0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DAECB2D7-21C0-5C99-C976-B5FE0F56C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49EC334-F418-CC89-F4D6-7649A6BB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3FA84E-D7EA-43A2-AD8F-825F36F0800C}" type="slidenum">
              <a:rPr lang="en-SE" smtClean="0"/>
              <a:pPr algn="r"/>
              <a:t>3</a:t>
            </a:fld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438707981"/>
      </p:ext>
    </p:extLst>
  </p:cSld>
  <p:clrMapOvr>
    <a:masterClrMapping/>
  </p:clrMapOvr>
</p:sld>
</file>

<file path=ppt/theme/theme1.xml><?xml version="1.0" encoding="utf-8"?>
<a:theme xmlns:a="http://schemas.openxmlformats.org/drawingml/2006/main" name="Anpassad formgivn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32</Words>
  <Application>Microsoft Office PowerPoint</Application>
  <PresentationFormat>Bildspel på skärmen (16:9)</PresentationFormat>
  <Paragraphs>10</Paragraphs>
  <Slides>3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Cambria</vt:lpstr>
      <vt:lpstr>Anpassad formgivning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Causal Inference for Software Engineering</dc:title>
  <dc:subject>PptxGenJS Presentation</dc:subject>
  <dc:creator>Tutorial authors</dc:creator>
  <cp:lastModifiedBy>Hans-Martin Heyn</cp:lastModifiedBy>
  <cp:revision>26</cp:revision>
  <dcterms:created xsi:type="dcterms:W3CDTF">2026-06-18T12:50:28Z</dcterms:created>
  <dcterms:modified xsi:type="dcterms:W3CDTF">2026-06-22T08:17:41Z</dcterms:modified>
</cp:coreProperties>
</file>