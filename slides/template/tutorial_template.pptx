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5"/>
  </p:notesMasterIdLst>
  <p:sldIdLst>
    <p:sldId id="256" r:id="rId2"/>
    <p:sldId id="257" r:id="rId3"/>
    <p:sldId id="261" r:id="rId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21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665796"/>
            <a:ext cx="8694913" cy="29964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669411"/>
            <a:ext cx="4285339" cy="2962914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669410"/>
            <a:ext cx="4333373" cy="2962915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993423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sz="900" dirty="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number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91440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title</a:t>
            </a:r>
            <a:endParaRPr lang="en-US" sz="34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900" dirty="0"/>
          </a:p>
        </p:txBody>
      </p:sp>
      <p:sp>
        <p:nvSpPr>
          <p:cNvPr id="11" name="Platshållare för bildnummer 3">
            <a:extLst>
              <a:ext uri="{FF2B5EF4-FFF2-40B4-BE49-F238E27FC236}">
                <a16:creationId xmlns:a16="http://schemas.microsoft.com/office/drawing/2014/main" id="{68F2C0D3-8C44-0F80-B696-C3F5B6BCA0FA}"/>
              </a:ext>
            </a:extLst>
          </p:cNvPr>
          <p:cNvSpPr txBox="1">
            <a:spLocks/>
          </p:cNvSpPr>
          <p:nvPr/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C53FA84E-D7EA-43A2-AD8F-825F36F0800C}" type="slidenum">
              <a:rPr lang="en-SE" sz="900" smtClean="0">
                <a:solidFill>
                  <a:srgbClr val="1E3A5F"/>
                </a:solidFill>
              </a:rPr>
              <a:pPr algn="r"/>
              <a:t>2</a:t>
            </a:fld>
            <a:endParaRPr lang="en-SE" sz="900" dirty="0">
              <a:solidFill>
                <a:srgbClr val="1E3A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4DEF97BE-8B67-0521-CBEB-1AFCA1B07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6DA55BB8-9511-69EF-E121-8EEDF2F0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DAECB2D7-21C0-5C99-C976-B5FE0F56C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49EC334-F418-CC89-F4D6-7649A6BB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3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438707981"/>
      </p:ext>
    </p:extLst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32</Words>
  <Application>Microsoft Office PowerPoint</Application>
  <PresentationFormat>Bildspel på skärmen (16:9)</PresentationFormat>
  <Paragraphs>10</Paragraphs>
  <Slides>3</Slides>
  <Notes>2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3</vt:i4>
      </vt:variant>
    </vt:vector>
  </HeadingPairs>
  <TitlesOfParts>
    <vt:vector size="8" baseType="lpstr">
      <vt:lpstr>Aptos</vt:lpstr>
      <vt:lpstr>Arial</vt:lpstr>
      <vt:lpstr>Calibri</vt:lpstr>
      <vt:lpstr>Cambria</vt:lpstr>
      <vt:lpstr>Anpassad formgivning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Hans-Martin Heyn</cp:lastModifiedBy>
  <cp:revision>25</cp:revision>
  <dcterms:created xsi:type="dcterms:W3CDTF">2026-06-18T12:50:28Z</dcterms:created>
  <dcterms:modified xsi:type="dcterms:W3CDTF">2026-06-22T08:09:49Z</dcterms:modified>
</cp:coreProperties>
</file>